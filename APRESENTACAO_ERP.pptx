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POWER ROPES ERP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Sistema Integrado de Gestao Empresarial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O Desafio Atual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Dados espalhados em multiplas planilhas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Relatorios manuais (4-8 horas)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Erros de digitacao (5-10%)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Falta de controle de acesso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Sem mobilidade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Sem visibilidade em tempo real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A Solucao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Centraliza TODOS os dados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Relatorios em MINUTOS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Sincronizacao Excel automatica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Controle de permissoes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Acesso de qualquer lugar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Dashboard em tempo real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Beneficios Principais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+70% menos tempo em dados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Controle total em tempo real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Seguranca com backup 24/7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Hospedagem em nuvem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Zero investimento em infraestrutura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ROI positivo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12 Modulos Completos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Dashboard | Vendas | Financeiro | Estoque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Compras | Funcionarios | Tarefas | Avisos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Metas | Marketing | CRM | Fornecedores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Dashboard Executivo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KPIs em Tempo Real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Comparativas Multi-ano (2020-2026)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Sincronizacao a cada 2 minutos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Consolidacao Todo Periodo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Comparativo % crescimento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Botao recarregar manual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Modulo de Vendas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Visualizacao por Ano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Faturamento Mensal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Vendas por Categoria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ROI por Campanha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Comparativo Crescimento Jan-Mai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Modulo de Tarefas (Kanban)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Quadro Visual com 4 status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Criar tarefas com prioridade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Atribuir responsaveis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Checklist integrado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Arraste e solte intuitivo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Historico completo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Modulo de Funcionarios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Cadastro completo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Login individual com senha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Permissoes granulares (12 modulos)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Alterar senha com seguranca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Metricas de performance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Desativar acesso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Tecnologia Enterprise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Carregamento &lt; 2 segundos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HTTPS/SSL criptografia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Cloud Railway 99.9% uptime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PostgreSQL com backups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Responsivo (Desktop/Mobile)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Chrome, Firefox, Safari, Edge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Antes vs Depois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Acesso: Planilha local &gt; Qualquer lugar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Relatorios: 4-8h &gt; 5 minutos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Entrada: Manual &gt; Automatica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Erros: 5-10% &gt; &lt;0.1%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Permissoes: Nenhuma &gt; Granular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Seguranca: Risco &gt; Backup 24/7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Casos de Uso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Gerente: Acompanha em 5 minutos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Proprietario: Acessa de qualquer lugar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Marketing: ROI em tempo real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RH: Gerencia tarefas e avalia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Nossos Diferenciais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Desenvolvido para Power Ropes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Tecnologia de ponta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Suporte dedicado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Escalavel (10 a 1000+)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Integrado - tudo em um lugar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ROI Esperado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Investimento: &lt; R$ 5.000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40 horas economizadas/mes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95% menos erros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Decisoes melhores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Aumento produtividade 15-20%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ROI: 300%+ ao ano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Proposta Comercial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Customizacao: R$ 2.000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Setup/Treinamento: R$ 1.500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Total: R$ 3.500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Suporte anual: R$ 2.000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Custo mensal: ~R$ 450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ERP convencional: R$ 2-5k/mes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Proximos Passos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Treinamento (2 horas)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Onboarding (1 semana)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Otimizacoes continuas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Por que escolher?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Visibilidade Total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Decisoes Rapidas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Profissionalismo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ROI Positivo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Seguranca na nuvem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Tecnologia de ponta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DEMONSTRACAO AO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https://powerhub-production-3dc2.up.railway.app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O futuro da Power Ropes comeca AGORA</a:t>
            </a:r>
          </a:p>
          <a:p>
            <a:br/>
            <a:pPr algn="ctr">
              <a:defRPr sz="2400">
                <a:solidFill>
                  <a:srgbClr val="FFFFFF"/>
                </a:solidFill>
              </a:defRPr>
            </a:pPr>
            <a:r>
              <a:t>Um ERP moderno, seguro e escalavel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